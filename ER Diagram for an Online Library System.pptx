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7" r:id="rId7"/>
    <p:sldId id="262" r:id="rId8"/>
    <p:sldId id="263" r:id="rId9"/>
    <p:sldId id="265" r:id="rId10"/>
    <p:sldId id="266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AFB7A-C80B-43D5-9AAC-4C6B124E2BE0}" v="18" dt="2026-07-21T03:09:11.2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thilkumar720202@gmail.com" userId="45e1c43cbb69af00" providerId="LiveId" clId="{1C302A97-FAEA-478F-9A1B-E9A3637448A1}"/>
    <pc:docChg chg="undo custSel modSld">
      <pc:chgData name="Senthilkumar720202@gmail.com" userId="45e1c43cbb69af00" providerId="LiveId" clId="{1C302A97-FAEA-478F-9A1B-E9A3637448A1}" dt="2026-07-21T03:10:24.581" v="135" actId="1076"/>
      <pc:docMkLst>
        <pc:docMk/>
      </pc:docMkLst>
      <pc:sldChg chg="modSp mod">
        <pc:chgData name="Senthilkumar720202@gmail.com" userId="45e1c43cbb69af00" providerId="LiveId" clId="{1C302A97-FAEA-478F-9A1B-E9A3637448A1}" dt="2026-07-21T03:07:51.871" v="65" actId="2711"/>
        <pc:sldMkLst>
          <pc:docMk/>
          <pc:sldMk cId="2565115277" sldId="262"/>
        </pc:sldMkLst>
        <pc:spChg chg="mod">
          <ac:chgData name="Senthilkumar720202@gmail.com" userId="45e1c43cbb69af00" providerId="LiveId" clId="{1C302A97-FAEA-478F-9A1B-E9A3637448A1}" dt="2026-07-21T03:06:31.374" v="30" actId="113"/>
          <ac:spMkLst>
            <pc:docMk/>
            <pc:sldMk cId="2565115277" sldId="262"/>
            <ac:spMk id="2" creationId="{E300A213-6BBB-6538-D06B-604CDAC056DB}"/>
          </ac:spMkLst>
        </pc:spChg>
        <pc:spChg chg="mod">
          <ac:chgData name="Senthilkumar720202@gmail.com" userId="45e1c43cbb69af00" providerId="LiveId" clId="{1C302A97-FAEA-478F-9A1B-E9A3637448A1}" dt="2026-07-21T03:07:51.871" v="65" actId="2711"/>
          <ac:spMkLst>
            <pc:docMk/>
            <pc:sldMk cId="2565115277" sldId="262"/>
            <ac:spMk id="3" creationId="{90AF2C29-2AB7-CC47-EDC8-EE526BD066D6}"/>
          </ac:spMkLst>
        </pc:spChg>
      </pc:sldChg>
      <pc:sldChg chg="addSp modSp mod">
        <pc:chgData name="Senthilkumar720202@gmail.com" userId="45e1c43cbb69af00" providerId="LiveId" clId="{1C302A97-FAEA-478F-9A1B-E9A3637448A1}" dt="2026-07-21T03:10:24.581" v="135" actId="1076"/>
        <pc:sldMkLst>
          <pc:docMk/>
          <pc:sldMk cId="1591012742" sldId="263"/>
        </pc:sldMkLst>
        <pc:spChg chg="mod">
          <ac:chgData name="Senthilkumar720202@gmail.com" userId="45e1c43cbb69af00" providerId="LiveId" clId="{1C302A97-FAEA-478F-9A1B-E9A3637448A1}" dt="2026-07-21T03:05:05.522" v="26" actId="20577"/>
          <ac:spMkLst>
            <pc:docMk/>
            <pc:sldMk cId="1591012742" sldId="263"/>
            <ac:spMk id="2" creationId="{EC6AB890-2F05-0D10-E7A0-2250BA088876}"/>
          </ac:spMkLst>
        </pc:spChg>
        <pc:spChg chg="mod">
          <ac:chgData name="Senthilkumar720202@gmail.com" userId="45e1c43cbb69af00" providerId="LiveId" clId="{1C302A97-FAEA-478F-9A1B-E9A3637448A1}" dt="2026-07-21T03:09:12.038" v="130" actId="20577"/>
          <ac:spMkLst>
            <pc:docMk/>
            <pc:sldMk cId="1591012742" sldId="263"/>
            <ac:spMk id="3" creationId="{E950FBCF-E4E6-C32B-85FA-97F69F92518A}"/>
          </ac:spMkLst>
        </pc:spChg>
        <pc:picChg chg="add mod">
          <ac:chgData name="Senthilkumar720202@gmail.com" userId="45e1c43cbb69af00" providerId="LiveId" clId="{1C302A97-FAEA-478F-9A1B-E9A3637448A1}" dt="2026-07-21T03:10:24.581" v="135" actId="1076"/>
          <ac:picMkLst>
            <pc:docMk/>
            <pc:sldMk cId="1591012742" sldId="263"/>
            <ac:picMk id="6" creationId="{C6538E1E-306C-A444-B019-BD4C8572048B}"/>
          </ac:picMkLst>
        </pc:picChg>
      </pc:sldChg>
      <pc:sldChg chg="modSp mod">
        <pc:chgData name="Senthilkumar720202@gmail.com" userId="45e1c43cbb69af00" providerId="LiveId" clId="{1C302A97-FAEA-478F-9A1B-E9A3637448A1}" dt="2026-07-21T03:03:48.948" v="17" actId="20577"/>
        <pc:sldMkLst>
          <pc:docMk/>
          <pc:sldMk cId="2226641115" sldId="265"/>
        </pc:sldMkLst>
        <pc:spChg chg="mod">
          <ac:chgData name="Senthilkumar720202@gmail.com" userId="45e1c43cbb69af00" providerId="LiveId" clId="{1C302A97-FAEA-478F-9A1B-E9A3637448A1}" dt="2026-07-21T03:03:48.948" v="17" actId="20577"/>
          <ac:spMkLst>
            <pc:docMk/>
            <pc:sldMk cId="2226641115" sldId="265"/>
            <ac:spMk id="2" creationId="{EBC84993-0B3F-BA84-0A87-A67FCF0B2E87}"/>
          </ac:spMkLst>
        </pc:spChg>
      </pc:sldChg>
    </pc:docChg>
  </pc:docChgLst>
  <pc:docChgLst>
    <pc:chgData name="senthilkumar720202@gmail.com" userId="45e1c43cbb69af00" providerId="LiveId" clId="{1C302A97-FAEA-478F-9A1B-E9A3637448A1}"/>
    <pc:docChg chg="custSel modSld modMainMaster">
      <pc:chgData name="senthilkumar720202@gmail.com" userId="45e1c43cbb69af00" providerId="LiveId" clId="{1C302A97-FAEA-478F-9A1B-E9A3637448A1}" dt="2026-07-19T13:51:03.209" v="91" actId="14100"/>
      <pc:docMkLst>
        <pc:docMk/>
      </pc:docMkLst>
      <pc:sldChg chg="modSp mod">
        <pc:chgData name="senthilkumar720202@gmail.com" userId="45e1c43cbb69af00" providerId="LiveId" clId="{1C302A97-FAEA-478F-9A1B-E9A3637448A1}" dt="2026-07-19T13:50:45.396" v="82" actId="27636"/>
        <pc:sldMkLst>
          <pc:docMk/>
          <pc:sldMk cId="3880057838" sldId="256"/>
        </pc:sldMkLst>
        <pc:spChg chg="mod">
          <ac:chgData name="senthilkumar720202@gmail.com" userId="45e1c43cbb69af00" providerId="LiveId" clId="{1C302A97-FAEA-478F-9A1B-E9A3637448A1}" dt="2026-07-19T13:50:45.396" v="82" actId="27636"/>
          <ac:spMkLst>
            <pc:docMk/>
            <pc:sldMk cId="3880057838" sldId="256"/>
            <ac:spMk id="2" creationId="{A570C5FD-E6A3-397D-F4CF-08D1139B69F0}"/>
          </ac:spMkLst>
        </pc:spChg>
        <pc:spChg chg="mod">
          <ac:chgData name="senthilkumar720202@gmail.com" userId="45e1c43cbb69af00" providerId="LiveId" clId="{1C302A97-FAEA-478F-9A1B-E9A3637448A1}" dt="2026-07-19T13:48:55.401" v="68" actId="27636"/>
          <ac:spMkLst>
            <pc:docMk/>
            <pc:sldMk cId="3880057838" sldId="256"/>
            <ac:spMk id="3" creationId="{5ED0EF5D-5F6F-31D5-6B9B-D28564310E1A}"/>
          </ac:spMkLst>
        </pc:spChg>
      </pc:sldChg>
      <pc:sldChg chg="modSp mod">
        <pc:chgData name="senthilkumar720202@gmail.com" userId="45e1c43cbb69af00" providerId="LiveId" clId="{1C302A97-FAEA-478F-9A1B-E9A3637448A1}" dt="2026-07-19T13:50:45.428" v="83" actId="27636"/>
        <pc:sldMkLst>
          <pc:docMk/>
          <pc:sldMk cId="1223286769" sldId="257"/>
        </pc:sldMkLst>
        <pc:spChg chg="mod">
          <ac:chgData name="senthilkumar720202@gmail.com" userId="45e1c43cbb69af00" providerId="LiveId" clId="{1C302A97-FAEA-478F-9A1B-E9A3637448A1}" dt="2026-07-19T13:50:45.428" v="83" actId="27636"/>
          <ac:spMkLst>
            <pc:docMk/>
            <pc:sldMk cId="1223286769" sldId="257"/>
            <ac:spMk id="7" creationId="{6B3B610E-5FC4-3838-6ED5-C2EDCED7DF2E}"/>
          </ac:spMkLst>
        </pc:spChg>
      </pc:sldChg>
      <pc:sldChg chg="modSp mod">
        <pc:chgData name="senthilkumar720202@gmail.com" userId="45e1c43cbb69af00" providerId="LiveId" clId="{1C302A97-FAEA-478F-9A1B-E9A3637448A1}" dt="2026-07-19T13:50:45.460" v="85" actId="27636"/>
        <pc:sldMkLst>
          <pc:docMk/>
          <pc:sldMk cId="3662959092" sldId="259"/>
        </pc:sldMkLst>
        <pc:spChg chg="mod">
          <ac:chgData name="senthilkumar720202@gmail.com" userId="45e1c43cbb69af00" providerId="LiveId" clId="{1C302A97-FAEA-478F-9A1B-E9A3637448A1}" dt="2026-07-19T13:50:45.460" v="85" actId="27636"/>
          <ac:spMkLst>
            <pc:docMk/>
            <pc:sldMk cId="3662959092" sldId="259"/>
            <ac:spMk id="2" creationId="{4E543DA7-FFD9-FD5F-79A9-42D160D0C221}"/>
          </ac:spMkLst>
        </pc:spChg>
        <pc:spChg chg="mod">
          <ac:chgData name="senthilkumar720202@gmail.com" userId="45e1c43cbb69af00" providerId="LiveId" clId="{1C302A97-FAEA-478F-9A1B-E9A3637448A1}" dt="2026-07-19T13:50:45.460" v="84" actId="27636"/>
          <ac:spMkLst>
            <pc:docMk/>
            <pc:sldMk cId="3662959092" sldId="259"/>
            <ac:spMk id="3" creationId="{537C5749-2C1F-4DB3-B41C-53F77D1B780C}"/>
          </ac:spMkLst>
        </pc:spChg>
      </pc:sldChg>
      <pc:sldChg chg="modSp mod">
        <pc:chgData name="senthilkumar720202@gmail.com" userId="45e1c43cbb69af00" providerId="LiveId" clId="{1C302A97-FAEA-478F-9A1B-E9A3637448A1}" dt="2026-07-19T13:48:29.721" v="18" actId="27636"/>
        <pc:sldMkLst>
          <pc:docMk/>
          <pc:sldMk cId="2054944095" sldId="260"/>
        </pc:sldMkLst>
        <pc:spChg chg="mod">
          <ac:chgData name="senthilkumar720202@gmail.com" userId="45e1c43cbb69af00" providerId="LiveId" clId="{1C302A97-FAEA-478F-9A1B-E9A3637448A1}" dt="2026-07-19T13:48:29.721" v="18" actId="27636"/>
          <ac:spMkLst>
            <pc:docMk/>
            <pc:sldMk cId="2054944095" sldId="260"/>
            <ac:spMk id="2" creationId="{1B57BF70-C1B7-6678-242F-C7FE97A560F9}"/>
          </ac:spMkLst>
        </pc:spChg>
      </pc:sldChg>
      <pc:sldChg chg="modSp mod">
        <pc:chgData name="senthilkumar720202@gmail.com" userId="45e1c43cbb69af00" providerId="LiveId" clId="{1C302A97-FAEA-478F-9A1B-E9A3637448A1}" dt="2026-07-19T13:50:45.317" v="81"/>
        <pc:sldMkLst>
          <pc:docMk/>
          <pc:sldMk cId="2086810432" sldId="261"/>
        </pc:sldMkLst>
        <pc:spChg chg="mod">
          <ac:chgData name="senthilkumar720202@gmail.com" userId="45e1c43cbb69af00" providerId="LiveId" clId="{1C302A97-FAEA-478F-9A1B-E9A3637448A1}" dt="2026-07-19T13:50:45.317" v="81"/>
          <ac:spMkLst>
            <pc:docMk/>
            <pc:sldMk cId="2086810432" sldId="261"/>
            <ac:spMk id="3" creationId="{468DE1C0-2AA6-1BE5-72BA-1B7FDAD8B887}"/>
          </ac:spMkLst>
        </pc:spChg>
      </pc:sldChg>
      <pc:sldChg chg="modSp mod">
        <pc:chgData name="senthilkumar720202@gmail.com" userId="45e1c43cbb69af00" providerId="LiveId" clId="{1C302A97-FAEA-478F-9A1B-E9A3637448A1}" dt="2026-07-19T13:50:45.476" v="87" actId="27636"/>
        <pc:sldMkLst>
          <pc:docMk/>
          <pc:sldMk cId="2565115277" sldId="262"/>
        </pc:sldMkLst>
        <pc:spChg chg="mod">
          <ac:chgData name="senthilkumar720202@gmail.com" userId="45e1c43cbb69af00" providerId="LiveId" clId="{1C302A97-FAEA-478F-9A1B-E9A3637448A1}" dt="2026-07-19T13:50:45.476" v="87" actId="27636"/>
          <ac:spMkLst>
            <pc:docMk/>
            <pc:sldMk cId="2565115277" sldId="262"/>
            <ac:spMk id="2" creationId="{E300A213-6BBB-6538-D06B-604CDAC056DB}"/>
          </ac:spMkLst>
        </pc:spChg>
        <pc:spChg chg="mod">
          <ac:chgData name="senthilkumar720202@gmail.com" userId="45e1c43cbb69af00" providerId="LiveId" clId="{1C302A97-FAEA-478F-9A1B-E9A3637448A1}" dt="2026-07-19T13:50:45.476" v="86" actId="27636"/>
          <ac:spMkLst>
            <pc:docMk/>
            <pc:sldMk cId="2565115277" sldId="262"/>
            <ac:spMk id="3" creationId="{90AF2C29-2AB7-CC47-EDC8-EE526BD066D6}"/>
          </ac:spMkLst>
        </pc:spChg>
      </pc:sldChg>
      <pc:sldChg chg="modSp mod">
        <pc:chgData name="senthilkumar720202@gmail.com" userId="45e1c43cbb69af00" providerId="LiveId" clId="{1C302A97-FAEA-478F-9A1B-E9A3637448A1}" dt="2026-07-19T13:50:45.492" v="88" actId="27636"/>
        <pc:sldMkLst>
          <pc:docMk/>
          <pc:sldMk cId="2226641115" sldId="265"/>
        </pc:sldMkLst>
        <pc:spChg chg="mod">
          <ac:chgData name="senthilkumar720202@gmail.com" userId="45e1c43cbb69af00" providerId="LiveId" clId="{1C302A97-FAEA-478F-9A1B-E9A3637448A1}" dt="2026-07-19T13:48:55.496" v="74" actId="27636"/>
          <ac:spMkLst>
            <pc:docMk/>
            <pc:sldMk cId="2226641115" sldId="265"/>
            <ac:spMk id="2" creationId="{EBC84993-0B3F-BA84-0A87-A67FCF0B2E87}"/>
          </ac:spMkLst>
        </pc:spChg>
        <pc:spChg chg="mod">
          <ac:chgData name="senthilkumar720202@gmail.com" userId="45e1c43cbb69af00" providerId="LiveId" clId="{1C302A97-FAEA-478F-9A1B-E9A3637448A1}" dt="2026-07-19T13:50:45.492" v="88" actId="27636"/>
          <ac:spMkLst>
            <pc:docMk/>
            <pc:sldMk cId="2226641115" sldId="265"/>
            <ac:spMk id="3" creationId="{EF571415-3128-4478-4DCA-16E450AEE57F}"/>
          </ac:spMkLst>
        </pc:spChg>
      </pc:sldChg>
      <pc:sldChg chg="modSp mod">
        <pc:chgData name="senthilkumar720202@gmail.com" userId="45e1c43cbb69af00" providerId="LiveId" clId="{1C302A97-FAEA-478F-9A1B-E9A3637448A1}" dt="2026-07-19T13:51:03.209" v="91" actId="14100"/>
        <pc:sldMkLst>
          <pc:docMk/>
          <pc:sldMk cId="3387490473" sldId="267"/>
        </pc:sldMkLst>
        <pc:picChg chg="mod">
          <ac:chgData name="senthilkumar720202@gmail.com" userId="45e1c43cbb69af00" providerId="LiveId" clId="{1C302A97-FAEA-478F-9A1B-E9A3637448A1}" dt="2026-07-19T13:51:03.209" v="91" actId="14100"/>
          <ac:picMkLst>
            <pc:docMk/>
            <pc:sldMk cId="3387490473" sldId="267"/>
            <ac:picMk id="5" creationId="{2C7385E0-2FAA-D43A-9581-6E3119EC806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3EA8B-60F9-41C0-9164-576BCD38815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A888F-4AE7-4D7B-A7DA-791349BC8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504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A888F-4AE7-4D7B-A7DA-791349BC8B6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836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47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28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10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72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740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22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704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61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38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01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94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E79F5-16BC-43A6-A017-640481A6BB80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5A100-DAED-4207-A3B0-1EA1C1CAB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C5FD-E6A3-397D-F4CF-08D1139B6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for an Online Library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0EF5D-5F6F-31D5-6B9B-D28564310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04456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K.VAMSIDHARREDDY (192411223)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CSA0506: Database Management System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20/07/2026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BB5EC7-82EF-ABB1-6D3E-65572E6FB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397552"/>
            <a:ext cx="11434998" cy="126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57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BAD81-FED7-35C4-BB19-737EB895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8462"/>
            <a:ext cx="10429568" cy="41198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3B610E-5FC4-3838-6ED5-C2EDCED7D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2250831"/>
            <a:ext cx="10675374" cy="46071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ER Diagram?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(Entity-Relationship) Diagram is a graphical representation of a database.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entities, attributes, and relationships between data.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diagrams are used during database design.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developers understand and organize data before implementation.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Online Library System?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Library System manages: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borrowing and returning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calculation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F735D2-E083-81C9-627B-75F146CB6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01" y="176796"/>
            <a:ext cx="11434998" cy="126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86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3DA7-FFD9-FD5F-79A9-42D160D0C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5174"/>
            <a:ext cx="10515600" cy="66859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Explanation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C5749-2C1F-4DB3-B41C-53F77D1B7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2241755"/>
            <a:ext cx="11906864" cy="461624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Entity                                                                                         Relationship                       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real-world object in the database.               *  Shows how entities are connected.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                                                                      Example: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                                                                                                        *    Member Borrows Book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                                                                                                  *   Librarian Manages Book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                                                                                                             Keys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the properties of an entity.                          Primary Key: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(Book):                                                            * Uniquely identifies each record.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*  Example: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                                                                                           Foreign Key: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                                                                                      *   Connects two related entities.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                                                                                 *  Example: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Borrow table.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CE2FB-88F4-9A25-3E73-E3A93A91E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176796"/>
            <a:ext cx="11434998" cy="126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5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7BF70-C1B7-6678-242F-C7FE97A56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440"/>
            <a:ext cx="10515600" cy="58324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 of an ER Diagram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FE97F9B-6DBD-A9B5-4F04-811EC17E3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1761547"/>
              </p:ext>
            </p:extLst>
          </p:nvPr>
        </p:nvGraphicFramePr>
        <p:xfrm>
          <a:off x="254000" y="1666234"/>
          <a:ext cx="11328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4200">
                  <a:extLst>
                    <a:ext uri="{9D8B030D-6E8A-4147-A177-3AD203B41FA5}">
                      <a16:colId xmlns:a16="http://schemas.microsoft.com/office/drawing/2014/main" val="831570318"/>
                    </a:ext>
                  </a:extLst>
                </a:gridCol>
                <a:gridCol w="5664200">
                  <a:extLst>
                    <a:ext uri="{9D8B030D-6E8A-4147-A177-3AD203B41FA5}">
                      <a16:colId xmlns:a16="http://schemas.microsoft.com/office/drawing/2014/main" val="2905199388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Entity &amp; Attribute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Relationship &amp; Keys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4082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Entity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Relationship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12304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 real-world object in the database.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Shows how entities are connected.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72022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Examples: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Examples: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30079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Member → Borrows → 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67011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Librarian → Manages → 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50021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Librarian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940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Attribute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81518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Describes the properties of an entity.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Primary Key:</a:t>
                      </a:r>
                      <a:r>
                        <a:rPr lang="en-IN"/>
                        <a:t> Uniquely identifies each record.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5089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 (Book):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</a:t>
                      </a:r>
                      <a:r>
                        <a:rPr lang="en-IN" b="1"/>
                        <a:t>Book_ID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81041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Book_ID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Foreign Key:</a:t>
                      </a:r>
                      <a:r>
                        <a:rPr lang="en-IN"/>
                        <a:t> Connects related entities.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84949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</a:t>
                      </a:r>
                      <a:r>
                        <a:rPr lang="en-IN" b="1"/>
                        <a:t>Member_ID</a:t>
                      </a:r>
                      <a:r>
                        <a:rPr lang="en-IN"/>
                        <a:t> (in Borrow table)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56095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41221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• Publisher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82527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32FAA24-C33F-D33B-1C27-57835A34C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44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AFD9-7689-C1A0-7E6C-01B69AF4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440"/>
            <a:ext cx="10515600" cy="89408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DE1C0-2AA6-1BE5-72BA-1B7FDAD8B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Easy database planning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Reduces redundancy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Improves data consistency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Makes database implementation easier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Easy maintenance and modification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Better communication between developers and users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AB0D88-EA95-3A9B-F4EB-99B8C03BC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1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AAD2-8523-5365-E94A-40DA8BD0E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440"/>
            <a:ext cx="10515600" cy="85344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7385E0-2FAA-D43A-9581-6E3119EC8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640" y="1825624"/>
            <a:ext cx="11769212" cy="4961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B17934-2B04-C8CF-93CB-74D32BCDB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90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0A213-6BBB-6538-D06B-604CDAC0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6320"/>
            <a:ext cx="10515600" cy="65436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F2C29-2AB7-CC47-EDC8-EE526BD06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615440"/>
            <a:ext cx="11938000" cy="51104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Online Library Management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books, members, borrowing, and returns.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Banking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customer, account, loan, and transaction details.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Hospital Management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patients, doctors, appointments, and medical records.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E-Commerce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products, customers, orders, and payments.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University Management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student, faculty, course, and examination information.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 Airline Reservation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flights, passengers, bookings, and ticket details.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AF21BB-389C-644B-BF50-1FF5BC692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115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B890-2F05-0D10-E7A0-2250BA08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440"/>
            <a:ext cx="10515600" cy="103631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0FBCF-E4E6-C32B-85FA-97F69F925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3754"/>
            <a:ext cx="10515600" cy="457200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 Rahul                                    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Book: Database System Concepts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Date: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July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Date: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July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₹20 (Late Return)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AACBB-B66D-49B1-49DE-579D3C5AF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538E1E-306C-A444-B019-BD4C85720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283" y="2743699"/>
            <a:ext cx="2936246" cy="322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12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4993-0B3F-BA84-0A87-A67FCF0B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440"/>
            <a:ext cx="10515600" cy="70104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71415-3128-4478-4DCA-16E450AE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560"/>
            <a:ext cx="10515600" cy="4846314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is the foundation of database design.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organizes data into entities and relationships.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Library System efficiently manages books, members, and transactions.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ER design improves accuracy, reduces redundancy, and enhances database performance.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Organizes data efficiently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Represents relationships clearly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Supports effective database development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Widely used in real-world applications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F13B2-A65D-B524-AEB2-443732F44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41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07D6-438B-B689-F323-AB3947B9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3920"/>
            <a:ext cx="10515600" cy="103632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F7CB7-8E57-6E7C-9EA2-1609A0B22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5840"/>
            <a:ext cx="10515600" cy="4074159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Code-based book issue and return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RFID-enabled library management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book recommendation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book reservation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database storage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23296-C70B-0158-35B8-235B66846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01" y="71126"/>
            <a:ext cx="11434998" cy="10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85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1060-F950-D183-D588-0015AC78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33041"/>
            <a:ext cx="9144000" cy="1463040"/>
          </a:xfrm>
        </p:spPr>
        <p:txBody>
          <a:bodyPr/>
          <a:lstStyle/>
          <a:p>
            <a:r>
              <a:rPr lang="en-IN" b="1" dirty="0"/>
              <a:t>THANK YOU….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20B8C73-EC0A-1C35-F8EA-622641ADAB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600" y="152400"/>
            <a:ext cx="1011120" cy="1032329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9B947E4B-AE06-6341-91CB-E491FF18976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5502" y="79204"/>
            <a:ext cx="1256837" cy="125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9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</TotalTime>
  <Words>557</Words>
  <Application>Microsoft Office PowerPoint</Application>
  <PresentationFormat>Widescreen</PresentationFormat>
  <Paragraphs>103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Times New Roman</vt:lpstr>
      <vt:lpstr>Office 2013 - 2022 Theme</vt:lpstr>
      <vt:lpstr>ER Diagram for an Online Library System</vt:lpstr>
      <vt:lpstr>Introduction</vt:lpstr>
      <vt:lpstr>Core Technical Explanation</vt:lpstr>
      <vt:lpstr>Main Components of an ER Diagram</vt:lpstr>
      <vt:lpstr>Benefits of ER Diagram</vt:lpstr>
      <vt:lpstr>ER Diagram</vt:lpstr>
      <vt:lpstr>Real-World Applications</vt:lpstr>
      <vt:lpstr>Example Use Case</vt:lpstr>
      <vt:lpstr>Conclusion and Key Takeaways</vt:lpstr>
      <vt:lpstr>Future Scope</vt:lpstr>
      <vt:lpstr>THANK YOU….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senthilkumar720202@gmail.com</dc:creator>
  <cp:lastModifiedBy>kaladivamsidhareddy2424@gmail.com</cp:lastModifiedBy>
  <cp:revision>2</cp:revision>
  <dcterms:created xsi:type="dcterms:W3CDTF">2026-07-19T13:05:48Z</dcterms:created>
  <dcterms:modified xsi:type="dcterms:W3CDTF">2026-07-21T03:24:23Z</dcterms:modified>
</cp:coreProperties>
</file>